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AA96-CAEE-066A-EE6C-B2FB89332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A137D-33CB-F00E-2654-7724CE6F25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C3CE8-5929-B805-E9D3-E36767CAE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CC8BC-29AF-CDA9-EE7F-8A991C6A0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B2A75-9E6B-DBF0-4165-CCC6D8BFE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97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43573-D1D7-D420-7208-4B2602592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1FA82-C2B6-6745-C0B9-57451D767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1E3D9-183D-FD27-F72D-E6294F9B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DCE83-CE46-4933-90DF-805CA83AD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2BDF5-5893-470F-8A95-DD832334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786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9379F-1B3F-B6D4-7CE5-2122D221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F29BF-44FB-0A78-45EA-96E8FBFAE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CCC21-D5CC-E8F2-E09F-D968210CF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05B33-0D8B-0B5F-D64F-CB87FA842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DFFCB-16E3-3912-FEA9-85C008DAC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689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18EA6-70BF-AE06-281E-BD4AF2D7E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B281F-0418-949A-53A9-C61F03EF5E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CC6C9D-0687-5E52-DF9B-CBC8D4FC3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91330-40F1-FC2B-A4C2-2D41CE350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020249-8A0E-5836-40FC-0BD5F9787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9E257-D949-62C6-89F4-FC4A86D98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97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45C5F-732E-E094-E0B0-82B0705E0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57265B-724C-8CE3-7E10-2CDB73E1B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A2D16C-C43F-2C8B-1070-E03DC92D3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1A5AD5-3AA6-D474-7850-2C2C35262D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95EE5-9920-EC39-7D16-2B68F11C3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E66F50-93A2-8C95-E3C3-ECB96089E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B505-3C73-D610-7DA2-8F81B3AA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88C1A1-753D-0E69-19F9-71FB972AA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620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E0E66-3EFB-3950-D446-02ABFC44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74AF58-168B-0BC4-9E5B-E08AA148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A8F04-D721-FAF8-8BEB-3FC40D69D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364BBA-5915-71D2-5436-1FA44B12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913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6D53B4-D7BD-D0BF-5D1F-098B9A7C2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1AB271-4BB2-9A0B-0BEB-262551320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60694-C677-7498-0B4E-95593A8C1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20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28FB0-5B76-81D6-342C-FE919F88D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C6332-3D74-7E8D-7B39-7864281CD2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53A9D-4CAB-7B6D-1D99-687140C03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CF7ED3-A7A3-E716-712D-BDF31D9E6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C4539C-A1E0-6A92-37EA-CAC08B0C0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B8FA10-6ECE-6042-B8EE-54AB189A6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2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3AF3-4DFE-9DC4-C09F-0E231CB3A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5EDE8-357E-BD8D-FDB4-97720C0B78C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4DE2E-1975-EAA0-F074-B30224A47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622713-8E62-DB5E-A72E-D0F9C0E37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97F1CC-8A9A-8F39-7799-5A05E8997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059B3-CF8C-BC49-D325-75EAC2C1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41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9FB15-CDAB-51AB-966F-4E3D1EA8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D94916-9C63-5D1B-53B4-DED46C277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01FFC-E8E8-5173-294C-60204342E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BB18A-2211-F29D-CA1A-958DFEC23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38484-B353-6C30-C438-7278C356C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689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CE036D-0E95-0C0E-1EFC-08F88BA4B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E3044E-8C95-ED54-B421-7641034C3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CBEF1-AC25-A028-16DB-3FC7606DE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1EF0C-35D1-DE57-4CC1-B7D9B9CB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6373A-6DD2-FF53-BCBB-D914C7FA6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71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4C2453-7CDB-E9CC-44EA-B6000BFD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1399ED-30B9-B0D6-FB7E-8B8F6280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489FC-0EC1-E8C0-ED5F-5E9A105CC2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8ACF67-F783-4D7B-B4F2-5E608322C4A3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DA8D-C637-6719-7C05-0D1E2E3870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408C9-1B56-B5B0-9EC7-29E3E62BA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EF7EA-0853-439E-AC84-B0351B899E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1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3D302B-3453-42FF-A7BE-845BFAE18028}"/>
              </a:ext>
            </a:extLst>
          </p:cNvPr>
          <p:cNvSpPr txBox="1"/>
          <p:nvPr/>
        </p:nvSpPr>
        <p:spPr>
          <a:xfrm>
            <a:off x="64008" y="2350008"/>
            <a:ext cx="2188464" cy="1200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RAW DATA</a:t>
            </a:r>
          </a:p>
          <a:p>
            <a:pPr algn="ctr"/>
            <a:r>
              <a:rPr lang="en-US" dirty="0"/>
              <a:t>Input:</a:t>
            </a:r>
          </a:p>
          <a:p>
            <a:pPr algn="ctr"/>
            <a:r>
              <a:rPr lang="en-US" dirty="0"/>
              <a:t>train.csv 1460 × 81</a:t>
            </a:r>
          </a:p>
          <a:p>
            <a:pPr algn="ctr"/>
            <a:r>
              <a:rPr lang="en-US" dirty="0"/>
              <a:t>test.csv 1459 ×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A04782-382A-05B5-2B65-19DAA92FB6F4}"/>
              </a:ext>
            </a:extLst>
          </p:cNvPr>
          <p:cNvSpPr txBox="1"/>
          <p:nvPr/>
        </p:nvSpPr>
        <p:spPr>
          <a:xfrm>
            <a:off x="2819400" y="1564731"/>
            <a:ext cx="2188464" cy="31393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PREPROCESSING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Fill Missing Values</a:t>
            </a:r>
          </a:p>
          <a:p>
            <a:pPr algn="ctr"/>
            <a:r>
              <a:rPr lang="en-US" dirty="0"/>
              <a:t>• </a:t>
            </a:r>
            <a:r>
              <a:rPr lang="en-US" dirty="0" err="1"/>
              <a:t>Số</a:t>
            </a:r>
            <a:r>
              <a:rPr lang="en-US" dirty="0"/>
              <a:t> → Median</a:t>
            </a:r>
          </a:p>
          <a:p>
            <a:pPr algn="ctr"/>
            <a:r>
              <a:rPr lang="en-US" dirty="0"/>
              <a:t>• </a:t>
            </a:r>
            <a:r>
              <a:rPr lang="en-US" dirty="0" err="1"/>
              <a:t>Chữ</a:t>
            </a:r>
            <a:r>
              <a:rPr lang="en-US" dirty="0"/>
              <a:t> → None/Mode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Label Encoding</a:t>
            </a:r>
          </a:p>
          <a:p>
            <a:pPr algn="ctr"/>
            <a:r>
              <a:rPr lang="en-US" dirty="0"/>
              <a:t>• </a:t>
            </a:r>
            <a:r>
              <a:rPr lang="en-US" dirty="0" err="1"/>
              <a:t>Chữ</a:t>
            </a:r>
            <a:r>
              <a:rPr lang="en-US" dirty="0"/>
              <a:t> → </a:t>
            </a:r>
            <a:r>
              <a:rPr lang="en-US" dirty="0" err="1"/>
              <a:t>số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 err="1"/>
              <a:t>StandardScaler</a:t>
            </a:r>
            <a:endParaRPr lang="en-US" dirty="0"/>
          </a:p>
          <a:p>
            <a:pPr algn="ctr"/>
            <a:r>
              <a:rPr lang="en-US" dirty="0"/>
              <a:t>•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tỷ</a:t>
            </a:r>
            <a:r>
              <a:rPr lang="en-US" dirty="0"/>
              <a:t> </a:t>
            </a:r>
            <a:r>
              <a:rPr lang="en-US" dirty="0" err="1"/>
              <a:t>lệ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13287-B776-490D-FB7D-A21179B10BF4}"/>
              </a:ext>
            </a:extLst>
          </p:cNvPr>
          <p:cNvSpPr txBox="1"/>
          <p:nvPr/>
        </p:nvSpPr>
        <p:spPr>
          <a:xfrm>
            <a:off x="5574792" y="1657510"/>
            <a:ext cx="2377440" cy="258532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vi-VN" dirty="0"/>
              <a:t>3. FEATURE ENGINEERING</a:t>
            </a:r>
          </a:p>
          <a:p>
            <a:pPr algn="ctr"/>
            <a:endParaRPr lang="vi-VN" dirty="0"/>
          </a:p>
          <a:p>
            <a:pPr algn="ctr"/>
            <a:r>
              <a:rPr lang="vi-VN" dirty="0"/>
              <a:t>Sinh đặc trưng mới:</a:t>
            </a:r>
          </a:p>
          <a:p>
            <a:pPr algn="ctr"/>
            <a:r>
              <a:rPr lang="vi-VN" dirty="0"/>
              <a:t>• TotalSF</a:t>
            </a:r>
          </a:p>
          <a:p>
            <a:pPr algn="ctr"/>
            <a:r>
              <a:rPr lang="vi-VN" dirty="0"/>
              <a:t>• TotalBath</a:t>
            </a:r>
          </a:p>
          <a:p>
            <a:pPr algn="ctr"/>
            <a:r>
              <a:rPr lang="vi-VN" dirty="0"/>
              <a:t>• HouseAge</a:t>
            </a:r>
          </a:p>
          <a:p>
            <a:pPr algn="ctr"/>
            <a:r>
              <a:rPr lang="vi-VN" dirty="0"/>
              <a:t>Drop cột đa cộng tuyến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D4026-FFC6-E4E3-EB17-86F54A96A8C5}"/>
              </a:ext>
            </a:extLst>
          </p:cNvPr>
          <p:cNvSpPr txBox="1"/>
          <p:nvPr/>
        </p:nvSpPr>
        <p:spPr>
          <a:xfrm>
            <a:off x="8519160" y="2073009"/>
            <a:ext cx="2459736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READY FOR MODELS</a:t>
            </a:r>
          </a:p>
          <a:p>
            <a:pPr algn="ctr"/>
            <a:r>
              <a:rPr lang="en-US" dirty="0"/>
              <a:t>Output:</a:t>
            </a:r>
          </a:p>
          <a:p>
            <a:pPr algn="ctr"/>
            <a:r>
              <a:rPr lang="en-US" dirty="0"/>
              <a:t>• x_train.xlsx</a:t>
            </a:r>
          </a:p>
          <a:p>
            <a:pPr algn="ctr"/>
            <a:r>
              <a:rPr lang="en-US" dirty="0"/>
              <a:t>• y_train.xlsx</a:t>
            </a:r>
          </a:p>
          <a:p>
            <a:pPr algn="ctr"/>
            <a:r>
              <a:rPr lang="en-US" dirty="0"/>
              <a:t>• x_test.xlsx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B60FD5-FE30-2B88-9A95-E3B8798D4F62}"/>
              </a:ext>
            </a:extLst>
          </p:cNvPr>
          <p:cNvCxnSpPr>
            <a:stCxn id="4" idx="3"/>
          </p:cNvCxnSpPr>
          <p:nvPr/>
        </p:nvCxnSpPr>
        <p:spPr>
          <a:xfrm flipV="1">
            <a:off x="2252472" y="2950171"/>
            <a:ext cx="566928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A5ADC98-B800-9C4F-91DE-3CCB3A31063E}"/>
              </a:ext>
            </a:extLst>
          </p:cNvPr>
          <p:cNvCxnSpPr>
            <a:cxnSpLocks/>
          </p:cNvCxnSpPr>
          <p:nvPr/>
        </p:nvCxnSpPr>
        <p:spPr>
          <a:xfrm flipV="1">
            <a:off x="5007864" y="2975601"/>
            <a:ext cx="56692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9B94BAD-2388-DDB5-BE91-D4C7A8C0F5E3}"/>
              </a:ext>
            </a:extLst>
          </p:cNvPr>
          <p:cNvCxnSpPr>
            <a:stCxn id="6" idx="3"/>
          </p:cNvCxnSpPr>
          <p:nvPr/>
        </p:nvCxnSpPr>
        <p:spPr>
          <a:xfrm flipV="1">
            <a:off x="7952232" y="2950171"/>
            <a:ext cx="56692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0A52412-6720-D161-81A3-B9436AA8E2C9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9947425" y="1459114"/>
            <a:ext cx="415499" cy="8122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A692407B-02CA-B52D-7535-00D58A7D6BE6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9955239" y="3344125"/>
            <a:ext cx="399871" cy="8122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D00E08A-6CEF-7472-191D-99DA1BD62E63}"/>
              </a:ext>
            </a:extLst>
          </p:cNvPr>
          <p:cNvSpPr txBox="1"/>
          <p:nvPr/>
        </p:nvSpPr>
        <p:spPr>
          <a:xfrm>
            <a:off x="10561321" y="1349973"/>
            <a:ext cx="1643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To Scikit-Learn </a:t>
            </a:r>
          </a:p>
          <a:p>
            <a:r>
              <a:rPr lang="en-US"/>
              <a:t>Models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70BE62-AB97-00D5-201A-76713F6E3A2A}"/>
              </a:ext>
            </a:extLst>
          </p:cNvPr>
          <p:cNvSpPr txBox="1"/>
          <p:nvPr/>
        </p:nvSpPr>
        <p:spPr>
          <a:xfrm>
            <a:off x="10755631" y="3627042"/>
            <a:ext cx="1255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 </a:t>
            </a:r>
            <a:r>
              <a:rPr lang="en-US" dirty="0" err="1"/>
              <a:t>PyTorch</a:t>
            </a:r>
            <a:r>
              <a:rPr lang="en-US" dirty="0"/>
              <a:t> MLP</a:t>
            </a:r>
          </a:p>
        </p:txBody>
      </p:sp>
    </p:spTree>
    <p:extLst>
      <p:ext uri="{BB962C8B-B14F-4D97-AF65-F5344CB8AC3E}">
        <p14:creationId xmlns:p14="http://schemas.microsoft.com/office/powerpoint/2010/main" val="2639809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Microsoft Office PowerPoint</Application>
  <PresentationFormat>Widescreen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Khoa</dc:creator>
  <cp:lastModifiedBy>Nguyen Khoa</cp:lastModifiedBy>
  <cp:revision>1</cp:revision>
  <dcterms:created xsi:type="dcterms:W3CDTF">2026-10-04T03:35:51Z</dcterms:created>
  <dcterms:modified xsi:type="dcterms:W3CDTF">2026-10-04T03:36:08Z</dcterms:modified>
</cp:coreProperties>
</file>